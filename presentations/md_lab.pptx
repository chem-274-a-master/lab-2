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org&amp;utm_campaign=parser&amp;utm_content=thumbnail_unscaled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59" r:id="rId4"/>
    <p:sldId id="272" r:id="rId5"/>
    <p:sldId id="270" r:id="rId6"/>
    <p:sldId id="273" r:id="rId7"/>
    <p:sldId id="271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74" r:id="rId16"/>
    <p:sldId id="268" r:id="rId17"/>
    <p:sldId id="269" r:id="rId18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7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  <p:cmAuthor id="2" name="Rocky Little" initials="RL" lastIdx="2" clrIdx="1">
    <p:extLst>
      <p:ext uri="{19B8F6BF-5375-455C-9EA6-DF929625EA0E}">
        <p15:presenceInfo xmlns:p15="http://schemas.microsoft.com/office/powerpoint/2012/main" userId="Rocky Littl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  <a:srgbClr val="6C6C6C"/>
    <a:srgbClr val="003262"/>
    <a:srgbClr val="C28220"/>
    <a:srgbClr val="1D2128"/>
    <a:srgbClr val="008000"/>
    <a:srgbClr val="E09E19"/>
    <a:srgbClr val="ED4E33"/>
    <a:srgbClr val="2D637F"/>
    <a:srgbClr val="D5C7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98" autoAdjust="0"/>
    <p:restoredTop sz="96517" autoAdjust="0"/>
  </p:normalViewPr>
  <p:slideViewPr>
    <p:cSldViewPr snapToGrid="0" snapToObjects="1">
      <p:cViewPr varScale="1">
        <p:scale>
          <a:sx n="99" d="100"/>
          <a:sy n="99" d="100"/>
        </p:scale>
        <p:origin x="531" y="45"/>
      </p:cViewPr>
      <p:guideLst>
        <p:guide orient="horz" pos="3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ica Nash" userId="e82bf90b20143a45" providerId="LiveId" clId="{DECD6554-4BA5-4155-A70B-50B99650AECA}"/>
    <pc:docChg chg="undo custSel addSld delSld modSld sldOrd delMainMaster modMainMaster">
      <pc:chgData name="Jessica Nash" userId="e82bf90b20143a45" providerId="LiveId" clId="{DECD6554-4BA5-4155-A70B-50B99650AECA}" dt="2026-10-16T01:48:59.124" v="1018" actId="47"/>
      <pc:docMkLst>
        <pc:docMk/>
      </pc:docMkLst>
      <pc:sldChg chg="addSp delSp modSp add del mod chgLayout">
        <pc:chgData name="Jessica Nash" userId="e82bf90b20143a45" providerId="LiveId" clId="{DECD6554-4BA5-4155-A70B-50B99650AECA}" dt="2026-10-16T01:48:59.124" v="1018" actId="47"/>
        <pc:sldMkLst>
          <pc:docMk/>
          <pc:sldMk cId="0" sldId="256"/>
        </pc:sldMkLst>
        <pc:spChg chg="mod ord">
          <ac:chgData name="Jessica Nash" userId="e82bf90b20143a45" providerId="LiveId" clId="{DECD6554-4BA5-4155-A70B-50B99650AECA}" dt="2026-07-14T14:17:51.649" v="989" actId="20577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Jessica Nash" userId="e82bf90b20143a45" providerId="LiveId" clId="{DECD6554-4BA5-4155-A70B-50B99650AECA}" dt="2026-07-14T14:17:56.296" v="1013" actId="20577"/>
          <ac:spMkLst>
            <pc:docMk/>
            <pc:sldMk cId="0" sldId="256"/>
            <ac:spMk id="5" creationId="{6F907662-1F25-8E99-37D7-5B380F0C43AC}"/>
          </ac:spMkLst>
        </pc:spChg>
      </pc:sldChg>
      <pc:sldChg chg="add">
        <pc:chgData name="Jessica Nash" userId="e82bf90b20143a45" providerId="LiveId" clId="{DECD6554-4BA5-4155-A70B-50B99650AECA}" dt="2026-10-16T01:48:56.493" v="1017"/>
        <pc:sldMkLst>
          <pc:docMk/>
          <pc:sldMk cId="693316711" sldId="257"/>
        </pc:sldMkLst>
      </pc:sldChg>
      <pc:sldChg chg="modSp add del mod">
        <pc:chgData name="Jessica Nash" userId="e82bf90b20143a45" providerId="LiveId" clId="{DECD6554-4BA5-4155-A70B-50B99650AECA}" dt="2026-07-14T14:18:03.728" v="1014" actId="47"/>
        <pc:sldMkLst>
          <pc:docMk/>
          <pc:sldMk cId="1635451302" sldId="257"/>
        </pc:sldMkLst>
      </pc:sldChg>
      <pc:sldChg chg="modSp add del mod">
        <pc:chgData name="Jessica Nash" userId="e82bf90b20143a45" providerId="LiveId" clId="{DECD6554-4BA5-4155-A70B-50B99650AECA}" dt="2026-07-14T14:18:03.728" v="1014" actId="47"/>
        <pc:sldMkLst>
          <pc:docMk/>
          <pc:sldMk cId="0" sldId="258"/>
        </pc:sldMkLst>
      </pc:sldChg>
      <pc:sldChg chg="add">
        <pc:chgData name="Jessica Nash" userId="e82bf90b20143a45" providerId="LiveId" clId="{DECD6554-4BA5-4155-A70B-50B99650AECA}" dt="2026-10-16T01:48:56.493" v="1017"/>
        <pc:sldMkLst>
          <pc:docMk/>
          <pc:sldMk cId="656327271" sldId="258"/>
        </pc:sldMkLst>
      </pc:sldChg>
      <pc:sldChg chg="add">
        <pc:chgData name="Jessica Nash" userId="e82bf90b20143a45" providerId="LiveId" clId="{DECD6554-4BA5-4155-A70B-50B99650AECA}" dt="2026-10-16T01:48:56.493" v="1017"/>
        <pc:sldMkLst>
          <pc:docMk/>
          <pc:sldMk cId="103953680" sldId="259"/>
        </pc:sldMkLst>
      </pc:sldChg>
      <pc:sldChg chg="modSp add del mod">
        <pc:chgData name="Jessica Nash" userId="e82bf90b20143a45" providerId="LiveId" clId="{DECD6554-4BA5-4155-A70B-50B99650AECA}" dt="2026-07-14T14:18:03.728" v="1014" actId="47"/>
        <pc:sldMkLst>
          <pc:docMk/>
          <pc:sldMk cId="0" sldId="260"/>
        </pc:sldMkLst>
      </pc:sldChg>
      <pc:sldChg chg="add">
        <pc:chgData name="Jessica Nash" userId="e82bf90b20143a45" providerId="LiveId" clId="{DECD6554-4BA5-4155-A70B-50B99650AECA}" dt="2026-10-16T01:48:56.493" v="1017"/>
        <pc:sldMkLst>
          <pc:docMk/>
          <pc:sldMk cId="566436227" sldId="260"/>
        </pc:sldMkLst>
      </pc:sldChg>
      <pc:sldChg chg="addSp delSp modSp add del mod modClrScheme chgLayout">
        <pc:chgData name="Jessica Nash" userId="e82bf90b20143a45" providerId="LiveId" clId="{DECD6554-4BA5-4155-A70B-50B99650AECA}" dt="2026-07-14T14:18:03.728" v="1014" actId="47"/>
        <pc:sldMkLst>
          <pc:docMk/>
          <pc:sldMk cId="0" sldId="261"/>
        </pc:sldMkLst>
      </pc:sldChg>
      <pc:sldChg chg="add">
        <pc:chgData name="Jessica Nash" userId="e82bf90b20143a45" providerId="LiveId" clId="{DECD6554-4BA5-4155-A70B-50B99650AECA}" dt="2026-10-16T01:48:56.493" v="1017"/>
        <pc:sldMkLst>
          <pc:docMk/>
          <pc:sldMk cId="91534213" sldId="261"/>
        </pc:sldMkLst>
      </pc:sldChg>
      <pc:sldChg chg="modSp add del mod">
        <pc:chgData name="Jessica Nash" userId="e82bf90b20143a45" providerId="LiveId" clId="{DECD6554-4BA5-4155-A70B-50B99650AECA}" dt="2026-07-14T14:18:03.728" v="1014" actId="47"/>
        <pc:sldMkLst>
          <pc:docMk/>
          <pc:sldMk cId="0" sldId="262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63"/>
        </pc:sldMkLst>
      </pc:sldChg>
      <pc:sldChg chg="add">
        <pc:chgData name="Jessica Nash" userId="e82bf90b20143a45" providerId="LiveId" clId="{DECD6554-4BA5-4155-A70B-50B99650AECA}" dt="2026-10-16T01:48:56.493" v="1017"/>
        <pc:sldMkLst>
          <pc:docMk/>
          <pc:sldMk cId="821258102" sldId="263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64"/>
        </pc:sldMkLst>
      </pc:sldChg>
      <pc:sldChg chg="add">
        <pc:chgData name="Jessica Nash" userId="e82bf90b20143a45" providerId="LiveId" clId="{DECD6554-4BA5-4155-A70B-50B99650AECA}" dt="2026-10-16T01:48:56.493" v="1017"/>
        <pc:sldMkLst>
          <pc:docMk/>
          <pc:sldMk cId="1454063568" sldId="264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65"/>
        </pc:sldMkLst>
      </pc:sldChg>
      <pc:sldChg chg="add del">
        <pc:chgData name="Jessica Nash" userId="e82bf90b20143a45" providerId="LiveId" clId="{DECD6554-4BA5-4155-A70B-50B99650AECA}" dt="2026-10-16T01:48:56.493" v="1017"/>
        <pc:sldMkLst>
          <pc:docMk/>
          <pc:sldMk cId="1545174387" sldId="265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66"/>
        </pc:sldMkLst>
      </pc:sldChg>
      <pc:sldChg chg="add del">
        <pc:chgData name="Jessica Nash" userId="e82bf90b20143a45" providerId="LiveId" clId="{DECD6554-4BA5-4155-A70B-50B99650AECA}" dt="2026-10-16T01:48:56.493" v="1017"/>
        <pc:sldMkLst>
          <pc:docMk/>
          <pc:sldMk cId="1558812587" sldId="266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67"/>
        </pc:sldMkLst>
      </pc:sldChg>
      <pc:sldChg chg="add del">
        <pc:chgData name="Jessica Nash" userId="e82bf90b20143a45" providerId="LiveId" clId="{DECD6554-4BA5-4155-A70B-50B99650AECA}" dt="2026-10-16T01:48:56.493" v="1017"/>
        <pc:sldMkLst>
          <pc:docMk/>
          <pc:sldMk cId="403559217" sldId="267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68"/>
        </pc:sldMkLst>
      </pc:sldChg>
      <pc:sldChg chg="add del">
        <pc:chgData name="Jessica Nash" userId="e82bf90b20143a45" providerId="LiveId" clId="{DECD6554-4BA5-4155-A70B-50B99650AECA}" dt="2026-10-16T01:48:56.493" v="1017"/>
        <pc:sldMkLst>
          <pc:docMk/>
          <pc:sldMk cId="1278430993" sldId="268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69"/>
        </pc:sldMkLst>
      </pc:sldChg>
      <pc:sldChg chg="add del">
        <pc:chgData name="Jessica Nash" userId="e82bf90b20143a45" providerId="LiveId" clId="{DECD6554-4BA5-4155-A70B-50B99650AECA}" dt="2026-10-16T01:48:56.493" v="1017"/>
        <pc:sldMkLst>
          <pc:docMk/>
          <pc:sldMk cId="208708784" sldId="269"/>
        </pc:sldMkLst>
      </pc:sldChg>
      <pc:sldChg chg="add del">
        <pc:chgData name="Jessica Nash" userId="e82bf90b20143a45" providerId="LiveId" clId="{DECD6554-4BA5-4155-A70B-50B99650AECA}" dt="2026-10-16T01:48:56.493" v="1017"/>
        <pc:sldMkLst>
          <pc:docMk/>
          <pc:sldMk cId="0" sldId="270"/>
        </pc:sldMkLst>
      </pc:sldChg>
      <pc:sldChg chg="add del">
        <pc:chgData name="Jessica Nash" userId="e82bf90b20143a45" providerId="LiveId" clId="{DECD6554-4BA5-4155-A70B-50B99650AECA}" dt="2026-10-16T01:48:56.493" v="1017"/>
        <pc:sldMkLst>
          <pc:docMk/>
          <pc:sldMk cId="0" sldId="271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72"/>
        </pc:sldMkLst>
      </pc:sldChg>
      <pc:sldChg chg="add">
        <pc:chgData name="Jessica Nash" userId="e82bf90b20143a45" providerId="LiveId" clId="{DECD6554-4BA5-4155-A70B-50B99650AECA}" dt="2026-10-16T01:48:56.493" v="1017"/>
        <pc:sldMkLst>
          <pc:docMk/>
          <pc:sldMk cId="1012486969" sldId="272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73"/>
        </pc:sldMkLst>
      </pc:sldChg>
      <pc:sldChg chg="add">
        <pc:chgData name="Jessica Nash" userId="e82bf90b20143a45" providerId="LiveId" clId="{DECD6554-4BA5-4155-A70B-50B99650AECA}" dt="2026-10-16T01:48:56.493" v="1017"/>
        <pc:sldMkLst>
          <pc:docMk/>
          <pc:sldMk cId="1715570574" sldId="273"/>
        </pc:sldMkLst>
      </pc:sldChg>
      <pc:sldChg chg="add del">
        <pc:chgData name="Jessica Nash" userId="e82bf90b20143a45" providerId="LiveId" clId="{DECD6554-4BA5-4155-A70B-50B99650AECA}" dt="2026-10-16T01:48:44.782" v="1016"/>
        <pc:sldMkLst>
          <pc:docMk/>
          <pc:sldMk cId="3670565670" sldId="273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74"/>
        </pc:sldMkLst>
      </pc:sldChg>
      <pc:sldChg chg="add">
        <pc:chgData name="Jessica Nash" userId="e82bf90b20143a45" providerId="LiveId" clId="{DECD6554-4BA5-4155-A70B-50B99650AECA}" dt="2026-10-16T01:48:56.493" v="1017"/>
        <pc:sldMkLst>
          <pc:docMk/>
          <pc:sldMk cId="3670565670" sldId="274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75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76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77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78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79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80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81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82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83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84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85"/>
        </pc:sldMkLst>
      </pc:sldChg>
      <pc:sldChg chg="addSp delSp modSp add del mod">
        <pc:chgData name="Jessica Nash" userId="e82bf90b20143a45" providerId="LiveId" clId="{DECD6554-4BA5-4155-A70B-50B99650AECA}" dt="2026-07-14T14:18:03.728" v="1014" actId="47"/>
        <pc:sldMkLst>
          <pc:docMk/>
          <pc:sldMk cId="0" sldId="286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87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88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89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90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91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92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93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94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95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96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97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0" sldId="298"/>
        </pc:sldMkLst>
      </pc:sldChg>
      <pc:sldChg chg="addSp modSp add del mod">
        <pc:chgData name="Jessica Nash" userId="e82bf90b20143a45" providerId="LiveId" clId="{DECD6554-4BA5-4155-A70B-50B99650AECA}" dt="2026-07-14T14:18:03.728" v="1014" actId="47"/>
        <pc:sldMkLst>
          <pc:docMk/>
          <pc:sldMk cId="226035918" sldId="299"/>
        </pc:sldMkLst>
      </pc:sldChg>
      <pc:sldChg chg="add del">
        <pc:chgData name="Jessica Nash" userId="e82bf90b20143a45" providerId="LiveId" clId="{DECD6554-4BA5-4155-A70B-50B99650AECA}" dt="2026-07-14T14:18:03.728" v="1014" actId="47"/>
        <pc:sldMkLst>
          <pc:docMk/>
          <pc:sldMk cId="978811407" sldId="300"/>
        </pc:sldMkLst>
      </pc:sldChg>
      <pc:sldChg chg="addSp modSp new del mod">
        <pc:chgData name="Jessica Nash" userId="e82bf90b20143a45" providerId="LiveId" clId="{DECD6554-4BA5-4155-A70B-50B99650AECA}" dt="2026-07-14T14:18:03.728" v="1014" actId="47"/>
        <pc:sldMkLst>
          <pc:docMk/>
          <pc:sldMk cId="3239184881" sldId="301"/>
        </pc:sldMkLst>
      </pc:sldChg>
      <pc:sldMasterChg chg="addSp addSldLayout delSldLayout modSldLayout">
        <pc:chgData name="Jessica Nash" userId="e82bf90b20143a45" providerId="LiveId" clId="{DECD6554-4BA5-4155-A70B-50B99650AECA}" dt="2026-07-05T23:44:30.221" v="503" actId="20577"/>
        <pc:sldMasterMkLst>
          <pc:docMk/>
          <pc:sldMasterMk cId="2319714502" sldId="2147483695"/>
        </pc:sldMasterMkLst>
        <pc:picChg chg="add">
          <ac:chgData name="Jessica Nash" userId="e82bf90b20143a45" providerId="LiveId" clId="{DECD6554-4BA5-4155-A70B-50B99650AECA}" dt="2026-06-19T22:07:53.268" v="170"/>
          <ac:picMkLst>
            <pc:docMk/>
            <pc:sldMasterMk cId="2319714502" sldId="2147483695"/>
            <ac:picMk id="2" creationId="{D173EFA2-36FA-1856-1C10-DA43BD4E5DBA}"/>
          </ac:picMkLst>
        </pc:picChg>
        <pc:sldLayoutChg chg="addSp delSp modSp mod">
          <pc:chgData name="Jessica Nash" userId="e82bf90b20143a45" providerId="LiveId" clId="{DECD6554-4BA5-4155-A70B-50B99650AECA}" dt="2026-06-19T22:12:53.498" v="186"/>
          <pc:sldLayoutMkLst>
            <pc:docMk/>
            <pc:sldMasterMk cId="2319714502" sldId="2147483695"/>
            <pc:sldLayoutMk cId="2313050371" sldId="2147483696"/>
          </pc:sldLayoutMkLst>
          <pc:spChg chg="add mod">
            <ac:chgData name="Jessica Nash" userId="e82bf90b20143a45" providerId="LiveId" clId="{DECD6554-4BA5-4155-A70B-50B99650AECA}" dt="2026-06-19T22:12:53.498" v="186"/>
            <ac:spMkLst>
              <pc:docMk/>
              <pc:sldMasterMk cId="2319714502" sldId="2147483695"/>
              <pc:sldLayoutMk cId="2313050371" sldId="2147483696"/>
              <ac:spMk id="11" creationId="{0AC6F3A1-EC45-658B-3733-1EABE4FB71BC}"/>
            </ac:spMkLst>
          </pc:spChg>
          <pc:cxnChg chg="add mod">
            <ac:chgData name="Jessica Nash" userId="e82bf90b20143a45" providerId="LiveId" clId="{DECD6554-4BA5-4155-A70B-50B99650AECA}" dt="2026-06-19T22:12:53.498" v="186"/>
            <ac:cxnSpMkLst>
              <pc:docMk/>
              <pc:sldMasterMk cId="2319714502" sldId="2147483695"/>
              <pc:sldLayoutMk cId="2313050371" sldId="2147483696"/>
              <ac:cxnSpMk id="12" creationId="{47629201-40DE-897B-A72F-30DD3508F125}"/>
            </ac:cxnSpMkLst>
          </pc:cxnChg>
          <pc:cxnChg chg="add mod">
            <ac:chgData name="Jessica Nash" userId="e82bf90b20143a45" providerId="LiveId" clId="{DECD6554-4BA5-4155-A70B-50B99650AECA}" dt="2026-06-19T22:12:53.498" v="186"/>
            <ac:cxnSpMkLst>
              <pc:docMk/>
              <pc:sldMasterMk cId="2319714502" sldId="2147483695"/>
              <pc:sldLayoutMk cId="2313050371" sldId="2147483696"/>
              <ac:cxnSpMk id="13" creationId="{8C7608C5-74C4-ECA1-AC91-B452112F89F6}"/>
            </ac:cxnSpMkLst>
          </pc:cxnChg>
        </pc:sldLayoutChg>
        <pc:sldLayoutChg chg="addSp delSp modSp mod">
          <pc:chgData name="Jessica Nash" userId="e82bf90b20143a45" providerId="LiveId" clId="{DECD6554-4BA5-4155-A70B-50B99650AECA}" dt="2026-07-05T23:44:30.221" v="503" actId="20577"/>
          <pc:sldLayoutMkLst>
            <pc:docMk/>
            <pc:sldMasterMk cId="2319714502" sldId="2147483695"/>
            <pc:sldLayoutMk cId="2741415665" sldId="2147483697"/>
          </pc:sldLayoutMkLst>
          <pc:spChg chg="mod">
            <ac:chgData name="Jessica Nash" userId="e82bf90b20143a45" providerId="LiveId" clId="{DECD6554-4BA5-4155-A70B-50B99650AECA}" dt="2026-07-05T23:44:30.221" v="503" actId="20577"/>
            <ac:spMkLst>
              <pc:docMk/>
              <pc:sldMasterMk cId="2319714502" sldId="2147483695"/>
              <pc:sldLayoutMk cId="2741415665" sldId="2147483697"/>
              <ac:spMk id="11" creationId="{8BC17189-DEBF-4A8E-A764-E34941DB9AE6}"/>
            </ac:spMkLst>
          </pc:spChg>
        </pc:sldLayoutChg>
        <pc:sldLayoutChg chg="addSp delSp mod">
          <pc:chgData name="Jessica Nash" userId="e82bf90b20143a45" providerId="LiveId" clId="{DECD6554-4BA5-4155-A70B-50B99650AECA}" dt="2026-06-19T22:08:52.720" v="175" actId="478"/>
          <pc:sldLayoutMkLst>
            <pc:docMk/>
            <pc:sldMasterMk cId="2319714502" sldId="2147483695"/>
            <pc:sldLayoutMk cId="878148821" sldId="2147483698"/>
          </pc:sldLayoutMkLst>
        </pc:sldLayoutChg>
        <pc:sldLayoutChg chg="addSp delSp mod">
          <pc:chgData name="Jessica Nash" userId="e82bf90b20143a45" providerId="LiveId" clId="{DECD6554-4BA5-4155-A70B-50B99650AECA}" dt="2026-06-19T22:08:55.418" v="176" actId="478"/>
          <pc:sldLayoutMkLst>
            <pc:docMk/>
            <pc:sldMasterMk cId="2319714502" sldId="2147483695"/>
            <pc:sldLayoutMk cId="3274759973" sldId="2147483699"/>
          </pc:sldLayoutMkLst>
          <pc:picChg chg="add">
            <ac:chgData name="Jessica Nash" userId="e82bf90b20143a45" providerId="LiveId" clId="{DECD6554-4BA5-4155-A70B-50B99650AECA}" dt="2026-06-19T22:07:53.268" v="170"/>
            <ac:picMkLst>
              <pc:docMk/>
              <pc:sldMasterMk cId="2319714502" sldId="2147483695"/>
              <pc:sldLayoutMk cId="3274759973" sldId="2147483699"/>
              <ac:picMk id="7" creationId="{AEC89B69-F11E-AFEF-9EF9-75038415B37C}"/>
            </ac:picMkLst>
          </pc:picChg>
        </pc:sldLayoutChg>
        <pc:sldLayoutChg chg="addSp">
          <pc:chgData name="Jessica Nash" userId="e82bf90b20143a45" providerId="LiveId" clId="{DECD6554-4BA5-4155-A70B-50B99650AECA}" dt="2026-06-19T22:07:53.268" v="170"/>
          <pc:sldLayoutMkLst>
            <pc:docMk/>
            <pc:sldMasterMk cId="2319714502" sldId="2147483695"/>
            <pc:sldLayoutMk cId="977089986" sldId="2147483700"/>
          </pc:sldLayoutMkLst>
          <pc:picChg chg="add">
            <ac:chgData name="Jessica Nash" userId="e82bf90b20143a45" providerId="LiveId" clId="{DECD6554-4BA5-4155-A70B-50B99650AECA}" dt="2026-06-19T22:07:53.268" v="170"/>
            <ac:picMkLst>
              <pc:docMk/>
              <pc:sldMasterMk cId="2319714502" sldId="2147483695"/>
              <pc:sldLayoutMk cId="977089986" sldId="2147483700"/>
              <ac:picMk id="4" creationId="{EC4D3226-15E2-9F03-E7FD-369E49948AC2}"/>
            </ac:picMkLst>
          </pc:picChg>
        </pc:sldLayoutChg>
        <pc:sldLayoutChg chg="addSp">
          <pc:chgData name="Jessica Nash" userId="e82bf90b20143a45" providerId="LiveId" clId="{DECD6554-4BA5-4155-A70B-50B99650AECA}" dt="2026-06-19T22:07:53.268" v="170"/>
          <pc:sldLayoutMkLst>
            <pc:docMk/>
            <pc:sldMasterMk cId="2319714502" sldId="2147483695"/>
            <pc:sldLayoutMk cId="906572740" sldId="2147483701"/>
          </pc:sldLayoutMkLst>
          <pc:picChg chg="add">
            <ac:chgData name="Jessica Nash" userId="e82bf90b20143a45" providerId="LiveId" clId="{DECD6554-4BA5-4155-A70B-50B99650AECA}" dt="2026-06-19T22:07:53.268" v="170"/>
            <ac:picMkLst>
              <pc:docMk/>
              <pc:sldMasterMk cId="2319714502" sldId="2147483695"/>
              <pc:sldLayoutMk cId="906572740" sldId="2147483701"/>
              <ac:picMk id="5" creationId="{28BFBCAA-5508-092C-F408-148373695FF6}"/>
            </ac:picMkLst>
          </pc:picChg>
        </pc:sldLayoutChg>
        <pc:sldLayoutChg chg="addSp delSp mod">
          <pc:chgData name="Jessica Nash" userId="e82bf90b20143a45" providerId="LiveId" clId="{DECD6554-4BA5-4155-A70B-50B99650AECA}" dt="2026-06-19T22:09:00.063" v="177" actId="478"/>
          <pc:sldLayoutMkLst>
            <pc:docMk/>
            <pc:sldMasterMk cId="2319714502" sldId="2147483695"/>
            <pc:sldLayoutMk cId="478920147" sldId="2147483702"/>
          </pc:sldLayoutMkLst>
          <pc:picChg chg="add">
            <ac:chgData name="Jessica Nash" userId="e82bf90b20143a45" providerId="LiveId" clId="{DECD6554-4BA5-4155-A70B-50B99650AECA}" dt="2026-06-19T22:07:53.268" v="170"/>
            <ac:picMkLst>
              <pc:docMk/>
              <pc:sldMasterMk cId="2319714502" sldId="2147483695"/>
              <pc:sldLayoutMk cId="478920147" sldId="2147483702"/>
              <ac:picMk id="6" creationId="{3B69D50C-F843-C491-7C2C-B4C0F5FF4DE3}"/>
            </ac:picMkLst>
          </pc:picChg>
        </pc:sldLayoutChg>
        <pc:sldLayoutChg chg="addSp delSp mod">
          <pc:chgData name="Jessica Nash" userId="e82bf90b20143a45" providerId="LiveId" clId="{DECD6554-4BA5-4155-A70B-50B99650AECA}" dt="2026-06-19T22:09:02.228" v="178" actId="478"/>
          <pc:sldLayoutMkLst>
            <pc:docMk/>
            <pc:sldMasterMk cId="2319714502" sldId="2147483695"/>
            <pc:sldLayoutMk cId="3314816146" sldId="2147483703"/>
          </pc:sldLayoutMkLst>
          <pc:picChg chg="add">
            <ac:chgData name="Jessica Nash" userId="e82bf90b20143a45" providerId="LiveId" clId="{DECD6554-4BA5-4155-A70B-50B99650AECA}" dt="2026-06-19T22:07:53.268" v="170"/>
            <ac:picMkLst>
              <pc:docMk/>
              <pc:sldMasterMk cId="2319714502" sldId="2147483695"/>
              <pc:sldLayoutMk cId="3314816146" sldId="2147483703"/>
              <ac:picMk id="7" creationId="{E0CD85F0-C324-A059-3586-C79CC3D6863E}"/>
            </ac:picMkLst>
          </pc:picChg>
        </pc:sldLayoutChg>
        <pc:sldLayoutChg chg="addSp delSp mod">
          <pc:chgData name="Jessica Nash" userId="e82bf90b20143a45" providerId="LiveId" clId="{DECD6554-4BA5-4155-A70B-50B99650AECA}" dt="2026-06-19T22:09:03.532" v="179" actId="478"/>
          <pc:sldLayoutMkLst>
            <pc:docMk/>
            <pc:sldMasterMk cId="2319714502" sldId="2147483695"/>
            <pc:sldLayoutMk cId="2931119041" sldId="2147483704"/>
          </pc:sldLayoutMkLst>
          <pc:picChg chg="add">
            <ac:chgData name="Jessica Nash" userId="e82bf90b20143a45" providerId="LiveId" clId="{DECD6554-4BA5-4155-A70B-50B99650AECA}" dt="2026-06-19T22:07:53.268" v="170"/>
            <ac:picMkLst>
              <pc:docMk/>
              <pc:sldMasterMk cId="2319714502" sldId="2147483695"/>
              <pc:sldLayoutMk cId="2931119041" sldId="2147483704"/>
              <ac:picMk id="4" creationId="{EC65C08C-D2FF-C0A3-4CC8-E6D50D087F96}"/>
            </ac:picMkLst>
          </pc:picChg>
        </pc:sldLayoutChg>
        <pc:sldLayoutChg chg="addSp delSp modSp add mod modTransition">
          <pc:chgData name="Jessica Nash" userId="e82bf90b20143a45" providerId="LiveId" clId="{DECD6554-4BA5-4155-A70B-50B99650AECA}" dt="2026-07-05T20:53:49.427" v="379" actId="14100"/>
          <pc:sldLayoutMkLst>
            <pc:docMk/>
            <pc:sldMasterMk cId="2319714502" sldId="2147483695"/>
            <pc:sldLayoutMk cId="1539975165" sldId="2147483705"/>
          </pc:sldLayoutMkLst>
          <pc:spChg chg="mod">
            <ac:chgData name="Jessica Nash" userId="e82bf90b20143a45" providerId="LiveId" clId="{DECD6554-4BA5-4155-A70B-50B99650AECA}" dt="2026-07-05T20:53:11.519" v="374" actId="14100"/>
            <ac:spMkLst>
              <pc:docMk/>
              <pc:sldMasterMk cId="2319714502" sldId="2147483695"/>
              <pc:sldLayoutMk cId="1539975165" sldId="2147483705"/>
              <ac:spMk id="2" creationId="{00000000-0000-0000-0000-000000000000}"/>
            </ac:spMkLst>
          </pc:spChg>
          <pc:spChg chg="add mod">
            <ac:chgData name="Jessica Nash" userId="e82bf90b20143a45" providerId="LiveId" clId="{DECD6554-4BA5-4155-A70B-50B99650AECA}" dt="2026-07-05T20:53:49.427" v="379" actId="14100"/>
            <ac:spMkLst>
              <pc:docMk/>
              <pc:sldMasterMk cId="2319714502" sldId="2147483695"/>
              <pc:sldLayoutMk cId="1539975165" sldId="2147483705"/>
              <ac:spMk id="8" creationId="{EABD8717-25D5-5AEA-227F-9519BFD0DEC1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Idealized energy</c:v>
          </c:tx>
          <c:spPr>
            <a:ln w="19050">
              <a:solidFill>
                <a:srgbClr val="2565E8"/>
              </a:solidFill>
              <a:prstDash val="solid"/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Data'!$B$2:$B$102</c:f>
              <c:numCache>
                <c:formatCode>General</c:formatCode>
                <c:ptCount val="101"/>
                <c:pt idx="0">
                  <c:v>-4.3</c:v>
                </c:pt>
                <c:pt idx="1">
                  <c:v>-4.3831579999999999</c:v>
                </c:pt>
                <c:pt idx="2">
                  <c:v>-4.4751000000000003</c:v>
                </c:pt>
                <c:pt idx="3">
                  <c:v>-4.5564770000000001</c:v>
                </c:pt>
                <c:pt idx="4">
                  <c:v>-4.6119149999999998</c:v>
                </c:pt>
                <c:pt idx="5">
                  <c:v>-4.6930719999999999</c:v>
                </c:pt>
                <c:pt idx="6">
                  <c:v>-4.7657749999999997</c:v>
                </c:pt>
                <c:pt idx="7">
                  <c:v>-4.7837839999999998</c:v>
                </c:pt>
                <c:pt idx="8">
                  <c:v>-4.8309139999999999</c:v>
                </c:pt>
                <c:pt idx="9">
                  <c:v>-4.9092520000000004</c:v>
                </c:pt>
                <c:pt idx="10">
                  <c:v>-4.9294560000000001</c:v>
                </c:pt>
                <c:pt idx="11">
                  <c:v>-4.9596340000000003</c:v>
                </c:pt>
                <c:pt idx="12">
                  <c:v>-5.0509870000000001</c:v>
                </c:pt>
                <c:pt idx="13">
                  <c:v>-5.0855540000000001</c:v>
                </c:pt>
                <c:pt idx="14">
                  <c:v>-5.0778410000000003</c:v>
                </c:pt>
                <c:pt idx="15">
                  <c:v>-5.136177</c:v>
                </c:pt>
                <c:pt idx="16">
                  <c:v>-5.1717310000000003</c:v>
                </c:pt>
                <c:pt idx="17">
                  <c:v>-5.1377899999999999</c:v>
                </c:pt>
                <c:pt idx="18">
                  <c:v>-5.1706570000000003</c:v>
                </c:pt>
                <c:pt idx="19">
                  <c:v>-5.2400029999999997</c:v>
                </c:pt>
                <c:pt idx="20">
                  <c:v>-5.230315</c:v>
                </c:pt>
                <c:pt idx="21">
                  <c:v>-5.2450910000000004</c:v>
                </c:pt>
                <c:pt idx="22">
                  <c:v>-5.323753</c:v>
                </c:pt>
                <c:pt idx="23">
                  <c:v>-5.3220830000000001</c:v>
                </c:pt>
                <c:pt idx="24">
                  <c:v>-5.2861219999999998</c:v>
                </c:pt>
                <c:pt idx="25">
                  <c:v>-5.3327070000000001</c:v>
                </c:pt>
                <c:pt idx="26">
                  <c:v>-5.3479039999999998</c:v>
                </c:pt>
                <c:pt idx="27">
                  <c:v>-5.3012740000000003</c:v>
                </c:pt>
                <c:pt idx="28">
                  <c:v>-5.3395910000000004</c:v>
                </c:pt>
                <c:pt idx="29">
                  <c:v>-5.4025410000000003</c:v>
                </c:pt>
                <c:pt idx="30">
                  <c:v>-5.3764019999999997</c:v>
                </c:pt>
                <c:pt idx="31">
                  <c:v>-5.3838590000000002</c:v>
                </c:pt>
                <c:pt idx="32">
                  <c:v>-5.4464220000000001</c:v>
                </c:pt>
                <c:pt idx="33">
                  <c:v>-5.4185109999999996</c:v>
                </c:pt>
                <c:pt idx="34">
                  <c:v>-5.3737519999999996</c:v>
                </c:pt>
                <c:pt idx="35">
                  <c:v>-5.4201740000000003</c:v>
                </c:pt>
                <c:pt idx="36">
                  <c:v>-5.4277069999999998</c:v>
                </c:pt>
                <c:pt idx="37">
                  <c:v>-5.3839550000000003</c:v>
                </c:pt>
                <c:pt idx="38">
                  <c:v>-5.4314650000000002</c:v>
                </c:pt>
                <c:pt idx="39">
                  <c:v>-5.4848549999999996</c:v>
                </c:pt>
                <c:pt idx="40">
                  <c:v>-5.444121</c:v>
                </c:pt>
                <c:pt idx="41">
                  <c:v>-5.4461089999999999</c:v>
                </c:pt>
                <c:pt idx="42">
                  <c:v>-5.4942840000000004</c:v>
                </c:pt>
                <c:pt idx="43">
                  <c:v>-5.4504130000000002</c:v>
                </c:pt>
                <c:pt idx="44">
                  <c:v>-5.4103029999999999</c:v>
                </c:pt>
                <c:pt idx="45">
                  <c:v>-5.4643319999999997</c:v>
                </c:pt>
                <c:pt idx="46">
                  <c:v>-5.4696829999999999</c:v>
                </c:pt>
                <c:pt idx="47">
                  <c:v>-5.4320449999999996</c:v>
                </c:pt>
                <c:pt idx="48">
                  <c:v>-5.4848559999999997</c:v>
                </c:pt>
                <c:pt idx="49">
                  <c:v>-5.52346</c:v>
                </c:pt>
                <c:pt idx="50">
                  <c:v>-5.4685370000000004</c:v>
                </c:pt>
                <c:pt idx="51">
                  <c:v>-5.4681319999999998</c:v>
                </c:pt>
                <c:pt idx="52">
                  <c:v>-5.5071620000000001</c:v>
                </c:pt>
                <c:pt idx="53">
                  <c:v>-5.4572729999999998</c:v>
                </c:pt>
                <c:pt idx="54">
                  <c:v>-5.4305709999999996</c:v>
                </c:pt>
                <c:pt idx="55">
                  <c:v>-5.4943840000000002</c:v>
                </c:pt>
                <c:pt idx="56">
                  <c:v>-5.496518</c:v>
                </c:pt>
                <c:pt idx="57">
                  <c:v>-5.4619679999999997</c:v>
                </c:pt>
                <c:pt idx="58">
                  <c:v>-5.5140140000000004</c:v>
                </c:pt>
                <c:pt idx="59">
                  <c:v>-5.5344709999999999</c:v>
                </c:pt>
                <c:pt idx="60">
                  <c:v>-5.4686579999999996</c:v>
                </c:pt>
                <c:pt idx="61">
                  <c:v>-5.4716829999999996</c:v>
                </c:pt>
                <c:pt idx="62">
                  <c:v>-5.5081020000000001</c:v>
                </c:pt>
                <c:pt idx="63">
                  <c:v>-5.459727</c:v>
                </c:pt>
                <c:pt idx="64">
                  <c:v>-5.449713</c:v>
                </c:pt>
                <c:pt idx="65">
                  <c:v>-5.5198710000000002</c:v>
                </c:pt>
                <c:pt idx="66">
                  <c:v>-5.5136849999999997</c:v>
                </c:pt>
                <c:pt idx="67">
                  <c:v>-5.4776470000000002</c:v>
                </c:pt>
                <c:pt idx="68">
                  <c:v>-5.5248090000000003</c:v>
                </c:pt>
                <c:pt idx="69">
                  <c:v>-5.5279629999999997</c:v>
                </c:pt>
                <c:pt idx="70">
                  <c:v>-5.4580760000000001</c:v>
                </c:pt>
                <c:pt idx="71">
                  <c:v>-5.4714619999999998</c:v>
                </c:pt>
                <c:pt idx="72">
                  <c:v>-5.5101139999999997</c:v>
                </c:pt>
                <c:pt idx="73">
                  <c:v>-5.4663539999999999</c:v>
                </c:pt>
                <c:pt idx="74">
                  <c:v>-5.4708240000000004</c:v>
                </c:pt>
                <c:pt idx="75">
                  <c:v>-5.5401999999999996</c:v>
                </c:pt>
                <c:pt idx="76">
                  <c:v>-5.5200570000000004</c:v>
                </c:pt>
                <c:pt idx="77">
                  <c:v>-5.4802210000000002</c:v>
                </c:pt>
                <c:pt idx="78">
                  <c:v>-5.5225520000000001</c:v>
                </c:pt>
                <c:pt idx="79">
                  <c:v>-5.5133660000000004</c:v>
                </c:pt>
                <c:pt idx="80">
                  <c:v>-5.4477209999999996</c:v>
                </c:pt>
                <c:pt idx="81">
                  <c:v>-5.4765370000000004</c:v>
                </c:pt>
                <c:pt idx="82">
                  <c:v>-5.51816</c:v>
                </c:pt>
                <c:pt idx="83">
                  <c:v>-5.4772400000000001</c:v>
                </c:pt>
                <c:pt idx="84">
                  <c:v>-5.4903380000000004</c:v>
                </c:pt>
                <c:pt idx="85">
                  <c:v>-5.5514200000000002</c:v>
                </c:pt>
                <c:pt idx="86">
                  <c:v>-5.5145479999999996</c:v>
                </c:pt>
                <c:pt idx="87">
                  <c:v>-5.4729000000000001</c:v>
                </c:pt>
                <c:pt idx="88">
                  <c:v>-5.5144010000000003</c:v>
                </c:pt>
                <c:pt idx="89">
                  <c:v>-5.4996609999999997</c:v>
                </c:pt>
                <c:pt idx="90">
                  <c:v>-5.4449199999999998</c:v>
                </c:pt>
                <c:pt idx="91">
                  <c:v>-5.4899069999999996</c:v>
                </c:pt>
                <c:pt idx="92">
                  <c:v>-5.5305759999999999</c:v>
                </c:pt>
                <c:pt idx="93">
                  <c:v>-5.4875210000000001</c:v>
                </c:pt>
                <c:pt idx="94">
                  <c:v>-5.5029560000000002</c:v>
                </c:pt>
                <c:pt idx="95">
                  <c:v>-5.5511359999999996</c:v>
                </c:pt>
                <c:pt idx="96">
                  <c:v>-5.4994759999999996</c:v>
                </c:pt>
                <c:pt idx="97">
                  <c:v>-5.4619160000000004</c:v>
                </c:pt>
                <c:pt idx="98">
                  <c:v>-5.508159</c:v>
                </c:pt>
                <c:pt idx="99">
                  <c:v>-5.4932359999999996</c:v>
                </c:pt>
                <c:pt idx="100">
                  <c:v>-5.4518630000000003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E5A-4E72-8C9A-E7BADFA20D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-4.2"/>
          <c:min val="-5.6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Energy (arbitrary units)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min"/>
        <c:crossBetween val="midCat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Simulation progress (arbitrary units)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min"/>
        <c:crossBetween val="midCat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Lucida Grande Regular" panose="020B06000405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B1905-1EEB-6545-B5E2-B70E8868255E}" type="datetimeFigureOut">
              <a:rPr lang="en-US" smtClean="0">
                <a:latin typeface="Lucida Grande Regular" panose="020B0600040502020204" pitchFamily="34" charset="0"/>
              </a:rPr>
              <a:t>10/15/2026</a:t>
            </a:fld>
            <a:endParaRPr lang="en-US" dirty="0">
              <a:latin typeface="Lucida Grande Regular" panose="020B06000405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Lucida Grande Regular" panose="020B06000405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1A396-5F67-764F-9A9A-305152EBE086}" type="slidenum">
              <a:rPr lang="en-US" smtClean="0">
                <a:latin typeface="Lucida Grande Regular" panose="020B0600040502020204" pitchFamily="34" charset="0"/>
              </a:rPr>
              <a:t>‹#›</a:t>
            </a:fld>
            <a:endParaRPr lang="en-US" dirty="0">
              <a:latin typeface="Lucida Grande Regular" panose="020B0600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985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Lucida Grande Regular" panose="020B0600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Lucida Grande Regular" panose="020B0600040502020204" pitchFamily="34" charset="0"/>
              </a:defRPr>
            </a:lvl1pPr>
          </a:lstStyle>
          <a:p>
            <a:fld id="{5F53F6BF-7462-9046-A2B6-90C29244BD27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Lucida Grande Regular" panose="020B06000405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Lucida Grande Regular" panose="020B0600040502020204" pitchFamily="34" charset="0"/>
              </a:defRPr>
            </a:lvl1pPr>
          </a:lstStyle>
          <a:p>
            <a:fld id="{84B7DBC5-2A13-CA47-B9EE-6017A92B6B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686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Lucida Grande Regular" panose="020B0600040502020204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83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009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&amp; Subtitle">
    <p:bg>
      <p:bgPr>
        <a:blipFill dpi="0" rotWithShape="1">
          <a:blip r:embed="rId2">
            <a:alphaModFix amt="8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9CCA12-0ECC-3EF2-3FC3-F9133C398266}"/>
              </a:ext>
            </a:extLst>
          </p:cNvPr>
          <p:cNvSpPr/>
          <p:nvPr/>
        </p:nvSpPr>
        <p:spPr>
          <a:xfrm>
            <a:off x="1077310" y="672662"/>
            <a:ext cx="10053145" cy="550216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255" y="2154621"/>
            <a:ext cx="9165021" cy="176479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ctr">
              <a:defRPr sz="5000" b="1">
                <a:solidFill>
                  <a:srgbClr val="C2822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2220" y="4038497"/>
            <a:ext cx="8203325" cy="53077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3CA29-F312-94B6-C8DD-4D07E7856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615" y="5043638"/>
            <a:ext cx="4876025" cy="952149"/>
          </a:xfrm>
          <a:prstGeom prst="rect">
            <a:avLst/>
          </a:prstGeom>
        </p:spPr>
      </p:pic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0AC6F3A1-EC45-658B-3733-1EABE4FB71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9254" y="1468283"/>
            <a:ext cx="9165021" cy="530773"/>
          </a:xfrm>
        </p:spPr>
        <p:txBody>
          <a:bodyPr/>
          <a:lstStyle>
            <a:lvl1pPr algn="ctr">
              <a:buNone/>
              <a:defRPr b="1">
                <a:solidFill>
                  <a:srgbClr val="00326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Programming Languages for Molecular Science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629201-40DE-897B-A72F-30DD3508F125}"/>
              </a:ext>
            </a:extLst>
          </p:cNvPr>
          <p:cNvCxnSpPr>
            <a:cxnSpLocks/>
          </p:cNvCxnSpPr>
          <p:nvPr userDrawn="1"/>
        </p:nvCxnSpPr>
        <p:spPr>
          <a:xfrm>
            <a:off x="1885416" y="1683953"/>
            <a:ext cx="914399" cy="0"/>
          </a:xfrm>
          <a:prstGeom prst="line">
            <a:avLst/>
          </a:prstGeom>
          <a:ln>
            <a:solidFill>
              <a:srgbClr val="C28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7608C5-74C4-ECA1-AC91-B452112F89F6}"/>
              </a:ext>
            </a:extLst>
          </p:cNvPr>
          <p:cNvCxnSpPr>
            <a:cxnSpLocks/>
          </p:cNvCxnSpPr>
          <p:nvPr userDrawn="1"/>
        </p:nvCxnSpPr>
        <p:spPr>
          <a:xfrm>
            <a:off x="9427412" y="1680176"/>
            <a:ext cx="914399" cy="0"/>
          </a:xfrm>
          <a:prstGeom prst="line">
            <a:avLst/>
          </a:prstGeom>
          <a:ln>
            <a:solidFill>
              <a:srgbClr val="C28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050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1737360"/>
            <a:ext cx="4278834" cy="163946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C2822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1" y="3472928"/>
            <a:ext cx="4019434" cy="11135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17189-DEBF-4A8E-A764-E34941DB9AE6}"/>
              </a:ext>
            </a:extLst>
          </p:cNvPr>
          <p:cNvSpPr txBox="1"/>
          <p:nvPr/>
        </p:nvSpPr>
        <p:spPr>
          <a:xfrm>
            <a:off x="864375" y="1147688"/>
            <a:ext cx="4271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Chem 274A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19A90D-F4BF-8656-81C8-EF304C289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75" y="4927902"/>
            <a:ext cx="4068733" cy="148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15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40301"/>
            <a:ext cx="9085179" cy="163946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000" b="1">
                <a:solidFill>
                  <a:srgbClr val="C2822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289147"/>
            <a:ext cx="8534400" cy="45664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928A7-01CD-3240-59B3-475992CD0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75" y="4927902"/>
            <a:ext cx="4068733" cy="148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4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2CCB2B-5863-4B4D-9F4F-922286494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85343"/>
            <a:ext cx="10354733" cy="1150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26109"/>
            <a:ext cx="10320867" cy="37151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1pPr>
            <a:lvl2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2pPr>
            <a:lvl3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3pPr>
            <a:lvl4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4pPr>
            <a:lvl5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33338-3A96-4EA6-93D5-24A3FF05D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3887" y="6397934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2C6D0-7C6D-469D-AAF7-F0262D9B22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94287" y="6397933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C89B69-F11E-AFEF-9EF9-75038415B3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75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2CCB2B-5863-4B4D-9F4F-922286494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685343"/>
            <a:ext cx="4584668" cy="1150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26109"/>
            <a:ext cx="4569673" cy="37151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1pPr>
            <a:lvl2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2pPr>
            <a:lvl3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3pPr>
            <a:lvl4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4pPr>
            <a:lvl5pPr>
              <a:defRPr>
                <a:solidFill>
                  <a:schemeClr val="tx1"/>
                </a:solidFill>
                <a:latin typeface="FreightSans Pro Medium" panose="02000606030000020004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D3226-15E2-9F03-E7FD-369E49948A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8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DD292F-23DD-4629-95BC-D1390254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729789"/>
            <a:ext cx="4671273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8000" y="358775"/>
            <a:ext cx="4671273" cy="3371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4296527"/>
            <a:ext cx="4671273" cy="477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FBCAA-5508-092C-F408-148373695F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6096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572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1E2881C-E8AA-4CC5-8C0C-92CC7E3F4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685800"/>
            <a:ext cx="9952567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4" y="2097755"/>
            <a:ext cx="4957233" cy="3561032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0"/>
          </p:nvPr>
        </p:nvSpPr>
        <p:spPr>
          <a:xfrm>
            <a:off x="5566836" y="2097759"/>
            <a:ext cx="4995333" cy="3561033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A13FA-DD2E-43FB-8825-0C2D97AB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3816" y="6400800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B649B-1E28-400B-9D5B-7BD973DD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6728" y="6400800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69D50C-F843-C491-7C2C-B4C0F5FF4D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2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with_Larg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1E2881C-E8AA-4CC5-8C0C-92CC7E3F4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685800"/>
            <a:ext cx="4870659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4" y="2097755"/>
            <a:ext cx="4957233" cy="3561032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A13FA-DD2E-43FB-8825-0C2D97AB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3816" y="6400800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B649B-1E28-400B-9D5B-7BD973DD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6728" y="6400800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69D50C-F843-C491-7C2C-B4C0F5FF4D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8" name="Online Image Placeholder 7">
            <a:extLst>
              <a:ext uri="{FF2B5EF4-FFF2-40B4-BE49-F238E27FC236}">
                <a16:creationId xmlns:a16="http://schemas.microsoft.com/office/drawing/2014/main" id="{EABD8717-25D5-5AEA-227F-9519BFD0DEC1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5774835" y="0"/>
            <a:ext cx="6417165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7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DD292F-23DD-4629-95BC-D1390254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4770431"/>
            <a:ext cx="10891518" cy="47875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8000" y="621265"/>
            <a:ext cx="10891520" cy="4117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999" y="5266552"/>
            <a:ext cx="10891519" cy="566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59DAB-EE73-4D43-AB2E-4D1BC532F2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3816" y="6400800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3048C-C931-4C63-89B1-57539AE9E1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96728" y="6400800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CD85F0-C324-A059-3586-C79CC3D686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16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05E5C86-5D67-4951-BE37-85F474071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041995"/>
            <a:ext cx="4011084" cy="4049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766737" y="1042000"/>
            <a:ext cx="6049433" cy="365700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9945E8-F6F0-4160-A21E-AE7F4910C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3816" y="6400800"/>
            <a:ext cx="94854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3B9248-F3AD-44B6-8D6B-7E8043C1B0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96728" y="6400800"/>
            <a:ext cx="114009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AC355AF-16EF-440E-BC63-99B29068DE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35B1260-EA88-464B-8C1B-6DCAE8F9F66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3" y="1566863"/>
            <a:ext cx="4011610" cy="31321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65C08C-D2FF-C0A3-4CC8-E6D50D087F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741232"/>
            <a:ext cx="12192000" cy="11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19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9600" y="525956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Project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8079"/>
            <a:ext cx="10972800" cy="2526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6012" y="5"/>
            <a:ext cx="3825989" cy="23795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73EFA2-36FA-1856-1C10-DA43BD4E5DB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366012" y="5"/>
            <a:ext cx="3825989" cy="237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714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5" r:id="rId8"/>
    <p:sldLayoutId id="2147483703" r:id="rId9"/>
    <p:sldLayoutId id="2147483704" r:id="rId10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5000" b="1" i="0" kern="1200">
          <a:solidFill>
            <a:srgbClr val="C28220"/>
          </a:solidFill>
          <a:latin typeface="+mj-lt"/>
          <a:ea typeface="+mj-ea"/>
          <a:cs typeface="FreightSans Pro Bold" panose="02000803040000020004" pitchFamily="50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b="0" i="0" kern="1200">
          <a:solidFill>
            <a:schemeClr val="tx1"/>
          </a:solidFill>
          <a:latin typeface="+mn-lt"/>
          <a:ea typeface="+mn-ea"/>
          <a:cs typeface="FreightSans Pro Medium" panose="02000606030000020004" pitchFamily="50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org&amp;utm_campaign=parser&amp;utm_content=thumbnail_unscaled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D000FBC-F35F-45EA-9B15-6C56EF149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</p:spPr>
        <p:txBody>
          <a:bodyPr>
            <a:noAutofit/>
          </a:bodyPr>
          <a:lstStyle>
            <a:lvl1pPr algn="ctr">
              <a:buNone/>
              <a:defRPr sz="5000" b="1">
                <a:solidFill>
                  <a:srgbClr val="C28220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Molecular Dynamics of a Fluid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3840DB4-CE9D-25EF-4E14-F551901DC10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/>
        <p:txBody>
          <a:bodyPr/>
          <a:lstStyle>
            <a:lvl1pPr algn="ctr">
              <a:buNone/>
              <a:defRPr b="1">
                <a:solidFill>
                  <a:srgbClr val="003262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Introduction to Programming Languages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0B39D-FB48-4045-816A-A3F02A156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>
            <a:lvl1pPr marL="0" indent="0" algn="ctr">
              <a:buNone/>
              <a:defRPr b="1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Lab introduction</a:t>
            </a:r>
          </a:p>
        </p:txBody>
      </p:sp>
    </p:spTree>
    <p:extLst>
      <p:ext uri="{BB962C8B-B14F-4D97-AF65-F5344CB8AC3E}">
        <p14:creationId xmlns:p14="http://schemas.microsoft.com/office/powerpoint/2010/main" val="693316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B033E4F-C181-44C1-B877-8EF1CBAC668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4200"/>
            </a:lvl1pPr>
          </a:lstStyle>
          <a:p>
            <a:r>
              <a:t>Our lab question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673FA4-F9E3-4311-AA4D-0F69A978229F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1pPr>
            <a:lvl2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2pPr>
            <a:lvl3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3pPr>
            <a:lvl4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4pPr>
            <a:lvl5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5pPr>
          </a:lstStyle>
          <a:p>
            <a:pPr marL="0" indent="0">
              <a:spcAft>
                <a:spcPts val="700"/>
              </a:spcAft>
              <a:buNone/>
            </a:pPr>
            <a:endParaRPr lang="en-US" dirty="0"/>
          </a:p>
          <a:p>
            <a:pPr marL="0" indent="0" algn="ctr">
              <a:spcAft>
                <a:spcPts val="700"/>
              </a:spcAft>
              <a:buNone/>
            </a:pPr>
            <a:endParaRPr lang="en-US" sz="3200" dirty="0">
              <a:solidFill>
                <a:srgbClr val="003162"/>
              </a:solidFill>
            </a:endParaRPr>
          </a:p>
          <a:p>
            <a:pPr marL="0" indent="0" algn="ctr">
              <a:spcAft>
                <a:spcPts val="700"/>
              </a:spcAft>
              <a:buNone/>
            </a:pPr>
            <a:r>
              <a:rPr sz="3200" dirty="0">
                <a:solidFill>
                  <a:srgbClr val="003162"/>
                </a:solidFill>
              </a:rPr>
              <a:t>Can we use molecular dynamics to study how temperature and density affect the structure and motion of a fluid?</a:t>
            </a:r>
          </a:p>
          <a:p>
            <a:pPr marL="0" indent="0">
              <a:spcAft>
                <a:spcPts val="7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6327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F6E5-3E79-414B-962A-8F3BB0C057F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4200"/>
            </a:lvl1pPr>
          </a:lstStyle>
          <a:p>
            <a:r>
              <a:t>Monte Carlo and molecular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spcAft>
                <a:spcPts val="700"/>
              </a:spcAft>
              <a:buNone/>
            </a:pPr>
            <a:r>
              <a:rPr b="1"/>
              <a:t>Monte Carlo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Propose random particle displacements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Accept or reject moves using energy and temperature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Sample equilibrium configurations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 algn="l">
              <a:spcAft>
                <a:spcPts val="700"/>
              </a:spcAft>
              <a:buNone/>
            </a:pPr>
            <a:r>
              <a:rPr b="1"/>
              <a:t>Molecular dynamics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Calculate forces on particles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Update positions and velocities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Generate a trajectory through physical time</a:t>
            </a:r>
          </a:p>
        </p:txBody>
      </p:sp>
    </p:spTree>
    <p:extLst>
      <p:ext uri="{BB962C8B-B14F-4D97-AF65-F5344CB8AC3E}">
        <p14:creationId xmlns:p14="http://schemas.microsoft.com/office/powerpoint/2010/main" val="103953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A238C-37E2-599B-0450-C0098D47A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Molecular Dynamics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2950B-00B8-094B-C0FF-58BCD56478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C355AF-16EF-440E-BC63-99B29068DECE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DDDF9B-BF66-882B-994F-428ABE6E8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944" y="1559583"/>
            <a:ext cx="7665950" cy="431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8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Molecular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>
                  <a:spcAft>
                    <a:spcPts val="1000"/>
                  </a:spcAft>
                  <a:buNone/>
                </a:pPr>
                <a:r>
                  <a:rPr dirty="0"/>
                  <a:t>With a force field defined, molecular dynamics (MD) simulates molecules through time by calculating forces and updating particle positions.</a:t>
                </a:r>
              </a:p>
              <a:p>
                <a:pPr marL="0" indent="0" algn="l">
                  <a:spcAft>
                    <a:spcPts val="1000"/>
                  </a:spcAft>
                  <a:buNone/>
                </a:pPr>
                <a:r>
                  <a:rPr dirty="0"/>
                  <a:t>Force is the negative gradient of potential energy:</a:t>
                </a:r>
              </a:p>
              <a:p>
                <a:pPr marL="0" indent="0" algn="l">
                  <a:spcAft>
                    <a:spcPts val="1000"/>
                  </a:spcAft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</m:acc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−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𝛻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𝑈</m:t>
                      </m:r>
                    </m:oMath>
                  </m:oMathPara>
                </a14:m>
                <a:endParaRPr dirty="0"/>
              </a:p>
              <a:p>
                <a:pPr marL="0" indent="0" algn="l">
                  <a:spcAft>
                    <a:spcPts val="1000"/>
                  </a:spcAft>
                  <a:buNone/>
                </a:pPr>
                <a:r>
                  <a:rPr dirty="0"/>
                  <a:t>Newton’s second law connects force, mass, and acceleration:</a:t>
                </a:r>
              </a:p>
              <a:p>
                <a:pPr marL="0" indent="0" algn="l">
                  <a:spcAft>
                    <a:spcPts val="1000"/>
                  </a:spcAft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</m:acc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𝑚</m:t>
                      </m:r>
                      <m:acc>
                        <m:accPr>
                          <m:chr m:val="⃗"/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</m:acc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𝑚</m:t>
                      </m:r>
                      <m:f>
                        <m:f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𝑚</m:t>
                      </m:r>
                      <m:f>
                        <m:f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</m:t>
                          </m:r>
                          <m:sSup>
                            <m:sSup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p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68" t="-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Forces and acceleration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l">
                  <a:spcAft>
                    <a:spcPts val="1000"/>
                  </a:spcAft>
                  <a:buNone/>
                </a:pPr>
                <a:r>
                  <a:rPr dirty="0"/>
                  <a:t>We know each atom’s mass. With the force field defined, we can calculate the force on each atom from the current particle positions.</a:t>
                </a:r>
              </a:p>
              <a:p>
                <a:pPr marL="0" indent="0" algn="l">
                  <a:spcAft>
                    <a:spcPts val="1000"/>
                  </a:spcAft>
                  <a:buNone/>
                </a:pPr>
                <a:r>
                  <a:rPr dirty="0"/>
                  <a:t>The net force on atom </a:t>
                </a:r>
                <a:r>
                  <a:rPr dirty="0" err="1"/>
                  <a:t>i</a:t>
                </a:r>
                <a:r>
                  <a:rPr dirty="0"/>
                  <a:t> is the sum of contributions from all other atoms:</a:t>
                </a:r>
              </a:p>
              <a:p>
                <a:pPr marL="0" indent="0" algn="l">
                  <a:spcAft>
                    <a:spcPts val="1000"/>
                  </a:spcAft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nary>
                        <m:naryPr>
                          <m:chr m:val="∑"/>
                          <m:limLoc m:val="undOvr"/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= 1</m:t>
                          </m:r>
                        </m:sub>
                        <m:sup>
                          <m:sSub>
                            <m:sSub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max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, </m:t>
                      </m:r>
                      <m:d>
                        <m:d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≠ </m:t>
                          </m:r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marL="0" indent="0" algn="l">
                  <a:spcAft>
                    <a:spcPts val="1000"/>
                  </a:spcAft>
                  <a:buNone/>
                </a:pPr>
                <a:r>
                  <a:rPr dirty="0"/>
                  <a:t>Dividing the net force by mass gives the atom’s acceleration:</a:t>
                </a:r>
              </a:p>
              <a:p>
                <a:pPr marL="0" indent="0" algn="l">
                  <a:spcAft>
                    <a:spcPts val="1000"/>
                  </a:spcAft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−</m:t>
                      </m:r>
                      <m:f>
                        <m:f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𝛻</m:t>
                              </m:r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𝑈</m:t>
                              </m:r>
                            </m:e>
                          </m:d>
                        </m:e>
                        <m:sub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68" t="-1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570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Updating positions through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>
                  <a:spcAft>
                    <a:spcPts val="1000"/>
                  </a:spcAft>
                  <a:buNone/>
                </a:pPr>
                <a:r>
                  <a:rPr dirty="0"/>
                  <a:t>Given positions, velocities, and accelerations at time t₀, calculate positions a short time </a:t>
                </a:r>
                <a:r>
                  <a:rPr dirty="0" err="1"/>
                  <a:t>Δt</a:t>
                </a:r>
                <a:r>
                  <a:rPr dirty="0"/>
                  <a:t> later:</a:t>
                </a:r>
              </a:p>
              <a:p>
                <a:pPr marL="0" indent="0" algn="l">
                  <a:spcAft>
                    <a:spcPts val="1000"/>
                  </a:spcAft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+ </m:t>
                          </m:r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𝛥</m:t>
                          </m:r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+ </m:t>
                      </m:r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𝛥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+ </m:t>
                      </m:r>
                      <m:f>
                        <m:f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𝛥</m:t>
                          </m:r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p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 marL="0" indent="0" algn="l">
                  <a:spcAft>
                    <a:spcPts val="1000"/>
                  </a:spcAft>
                  <a:buNone/>
                </a:pPr>
                <a:r>
                  <a:rPr dirty="0"/>
                  <a:t>This update repeats over many timesteps. An integrator such as Velocity Verlet advances the system through time.</a:t>
                </a:r>
              </a:p>
              <a:p>
                <a:pPr marL="0" indent="0" algn="l">
                  <a:spcAft>
                    <a:spcPts val="1000"/>
                  </a:spcAft>
                  <a:buNone/>
                </a:pPr>
                <a:r>
                  <a:rPr dirty="0"/>
                  <a:t>The output is a trajectory: atomic positions at successive times, saved to a file and visualized like a movie.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68" t="-984" r="-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B033E4F-C181-44C1-B877-8EF1CBAC668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4200"/>
            </a:lvl1pPr>
          </a:lstStyle>
          <a:p>
            <a:r>
              <a:t>Simulation workflow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673FA4-F9E3-4311-AA4D-0F69A978229F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1pPr>
            <a:lvl2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2pPr>
            <a:lvl3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3pPr>
            <a:lvl4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4pPr>
            <a:lvl5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5pPr>
          </a:lstStyle>
          <a:p>
            <a:pPr marL="0" indent="0">
              <a:spcAft>
                <a:spcPts val="700"/>
              </a:spcAft>
              <a:buNone/>
            </a:pPr>
            <a:r>
              <a:rPr b="1" dirty="0"/>
              <a:t>Our previous program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rPr dirty="0"/>
              <a:t>Define the particles, temperature, and density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rPr lang="en-US" dirty="0"/>
              <a:t>Run </a:t>
            </a:r>
            <a:r>
              <a:rPr dirty="0"/>
              <a:t>Monte Carlo</a:t>
            </a:r>
            <a:r>
              <a:rPr lang="en-US" dirty="0"/>
              <a:t> simulation (equilibration)</a:t>
            </a:r>
            <a:endParaRPr dirty="0"/>
          </a:p>
          <a:p>
            <a:pPr marL="0" indent="0">
              <a:spcAft>
                <a:spcPts val="700"/>
              </a:spcAft>
              <a:buNone/>
            </a:pPr>
            <a:r>
              <a:rPr b="1" dirty="0"/>
              <a:t>ASE molecular dynamics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rPr dirty="0"/>
              <a:t>Convert units and set up the system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rPr dirty="0"/>
              <a:t>Run MD and save the trajectory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rPr dirty="0"/>
              <a:t>Analyze structure with RDF and motion with MSD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8034E9-9973-C58A-3CEE-B86D1FE2B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519" y="2026109"/>
            <a:ext cx="2831217" cy="15191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7A277E-44AE-8DE8-E6D6-98FB12AA7405}"/>
              </a:ext>
            </a:extLst>
          </p:cNvPr>
          <p:cNvSpPr txBox="1"/>
          <p:nvPr/>
        </p:nvSpPr>
        <p:spPr>
          <a:xfrm>
            <a:off x="7575592" y="3883671"/>
            <a:ext cx="4006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We’ll use Atomic Simulation Environment (ASE) for this lab.</a:t>
            </a:r>
          </a:p>
        </p:txBody>
      </p:sp>
    </p:spTree>
    <p:extLst>
      <p:ext uri="{BB962C8B-B14F-4D97-AF65-F5344CB8AC3E}">
        <p14:creationId xmlns:p14="http://schemas.microsoft.com/office/powerpoint/2010/main" val="566436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91E3F5-6430-4092-8C65-E5B853766EA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>
              <a:buNone/>
              <a:defRPr sz="4200"/>
            </a:lvl1pPr>
          </a:lstStyle>
          <a:p>
            <a:r>
              <a:t>Equilibration: the expected pattern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125CD8C-3708-4727-9AA0-E0554B290B2B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>
            <a:lvl1pPr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2000">
                <a:solidFill>
                  <a:schemeClr val="tx1"/>
                </a:solidFill>
              </a:defRPr>
            </a:lvl2pPr>
            <a:lvl3pPr>
              <a:buNone/>
              <a:defRPr sz="1800">
                <a:solidFill>
                  <a:schemeClr val="tx1"/>
                </a:solidFill>
              </a:defRPr>
            </a:lvl3pPr>
            <a:lvl4pPr>
              <a:buNone/>
              <a:defRPr sz="1600">
                <a:solidFill>
                  <a:schemeClr val="tx1"/>
                </a:solidFill>
              </a:defRPr>
            </a:lvl4pPr>
            <a:lvl5pPr>
              <a:buNone/>
              <a:defRPr sz="1400">
                <a:solidFill>
                  <a:schemeClr val="tx1"/>
                </a:solidFill>
              </a:defRPr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marL="279400" indent="-152400">
              <a:spcAft>
                <a:spcPts val="700"/>
              </a:spcAft>
              <a:buChar char="•"/>
            </a:pPr>
            <a:r>
              <a:rPr dirty="0"/>
              <a:t>Initial coordinates may not represent equilibrium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rPr dirty="0"/>
              <a:t>Energy changes during an initial transient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rPr dirty="0"/>
              <a:t>Later values fluctuate around a stable mean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rPr dirty="0"/>
              <a:t>Check stability before production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8AEF44D9-8006-41D4-B10B-B25E58C5966F}"/>
              </a:ext>
            </a:extLst>
          </p:cNvPr>
          <p:cNvGraphicFramePr/>
          <p:nvPr/>
        </p:nvGraphicFramePr>
        <p:xfrm>
          <a:off x="5870085" y="1285875"/>
          <a:ext cx="617904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1534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F6E5-3E79-414B-962A-8F3BB0C057F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4200"/>
            </a:lvl1pPr>
          </a:lstStyle>
          <a:p>
            <a:r>
              <a:t>A reminder about units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>
                  <a:spcAft>
                    <a:spcPts val="700"/>
                  </a:spcAft>
                  <a:buNone/>
                </a:pPr>
                <a:r>
                  <a:rPr b="1" dirty="0"/>
                  <a:t>Our Monte Carlo program</a:t>
                </a:r>
              </a:p>
              <a:p>
                <a:pPr marL="279400" indent="-152400" algn="l">
                  <a:spcAft>
                    <a:spcPts val="700"/>
                  </a:spcAft>
                  <a:buChar char="•"/>
                </a:pPr>
                <a:r>
                  <a:rPr dirty="0"/>
                  <a:t>Coordinates and box length in reduced units</a:t>
                </a:r>
              </a:p>
              <a:p>
                <a:pPr marL="279400" indent="-152400" algn="l">
                  <a:spcAft>
                    <a:spcPts val="700"/>
                  </a:spcAft>
                  <a:buChar char="•"/>
                </a:pPr>
                <a:r>
                  <a:rPr dirty="0"/>
                  <a:t>Reduced temperature T*</a:t>
                </a:r>
              </a:p>
              <a:p>
                <a:pPr marL="0" indent="0" algn="l">
                  <a:spcAft>
                    <a:spcPts val="700"/>
                  </a:spcAft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Argon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: 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𝜎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3.405 Å</m:t>
                      </m:r>
                    </m:oMath>
                  </m:oMathPara>
                </a14:m>
                <a:endParaRPr dirty="0"/>
              </a:p>
              <a:p>
                <a:pPr marL="0" indent="0" algn="l">
                  <a:spcAft>
                    <a:spcPts val="700"/>
                  </a:spcAft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𝜀</m:t>
                          </m:r>
                        </m:num>
                        <m:den>
                          <m:sSub>
                            <m:sSub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120 </m:t>
                      </m:r>
                      <m:r>
                        <m:rPr>
                          <m:sty m:val="p"/>
                        </m:rP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K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99" t="-1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0"/>
              </p:nvPr>
            </p:nvSpPr>
            <p:spPr/>
            <p:txBody>
              <a:bodyPr/>
              <a:lstStyle/>
              <a:p>
                <a:pPr marL="0" indent="0" algn="l">
                  <a:spcAft>
                    <a:spcPts val="700"/>
                  </a:spcAft>
                  <a:buNone/>
                </a:pPr>
                <a:r>
                  <a:rPr b="1" dirty="0"/>
                  <a:t>Before switching to ASE</a:t>
                </a:r>
              </a:p>
              <a:p>
                <a:pPr marL="0" indent="0" algn="l">
                  <a:spcAft>
                    <a:spcPts val="700"/>
                  </a:spcAft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𝑟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𝜎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    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𝐿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𝐿</m:t>
                          </m:r>
                        </m:e>
                        <m:sup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𝜎</m:t>
                      </m:r>
                    </m:oMath>
                  </m:oMathPara>
                </a14:m>
                <a:endParaRPr b="1" dirty="0"/>
              </a:p>
              <a:p>
                <a:pPr marL="0" indent="0" algn="l">
                  <a:spcAft>
                    <a:spcPts val="700"/>
                  </a:spcAft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𝑇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p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𝜀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sz="2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sz="2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sz="2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𝐵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b="1" dirty="0"/>
              </a:p>
              <a:p>
                <a:pPr marL="0" indent="0" algn="l">
                  <a:spcAft>
                    <a:spcPts val="700"/>
                  </a:spcAft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𝜀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in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eV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120 </m:t>
                          </m:r>
                          <m:r>
                            <m:rPr>
                              <m:sty m:val="p"/>
                            </m:r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</m:d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b="1" dirty="0"/>
              </a:p>
              <a:p>
                <a:pPr marL="279400" indent="-152400" algn="l">
                  <a:spcAft>
                    <a:spcPts val="700"/>
                  </a:spcAft>
                  <a:buChar char="•"/>
                </a:pPr>
                <a:r>
                  <a:rPr dirty="0"/>
                  <a:t>Convert units for the same system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blipFill>
                <a:blip r:embed="rId4"/>
                <a:stretch>
                  <a:fillRect l="-1585" t="-1199" r="-3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1258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F7CA302-6602-478E-BBF5-A49DE483E1A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3200"/>
            </a:lvl1pPr>
          </a:lstStyle>
          <a:p>
            <a:r>
              <a:t>ASE objects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5EE1E6-227F-4FF4-9D77-BC93B653D481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>
            <a:lvl1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1pPr>
            <a:lvl2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2pPr>
            <a:lvl3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3pPr>
            <a:lvl4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4pPr>
            <a:lvl5pPr>
              <a:buNone/>
              <a:defRPr>
                <a:solidFill>
                  <a:schemeClr val="tx1"/>
                </a:solidFill>
                <a:latin typeface="FreightSans Pro Medium"/>
                <a:ea typeface="FreightSans Pro Medium"/>
                <a:cs typeface="FreightSans Pro Medium"/>
              </a:defRPr>
            </a:lvl5pPr>
          </a:lstStyle>
          <a:p>
            <a:pPr marL="279400" indent="-152400">
              <a:spcAft>
                <a:spcPts val="700"/>
              </a:spcAft>
              <a:buChar char="•"/>
            </a:pPr>
            <a:r>
              <a:t>Atoms holds the positions and simulation cell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t>The calculator supplies energy and forces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t>The integrator advances the system through time</a:t>
            </a:r>
          </a:p>
          <a:p>
            <a:pPr marL="0" indent="0">
              <a:spcAft>
                <a:spcPts val="700"/>
              </a:spcAft>
              <a:buNone/>
            </a:pPr>
            <a:r>
              <a:rPr b="1"/>
              <a:t>Course connection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t>Where do you see classes, attributes, and methods?</a:t>
            </a:r>
          </a:p>
        </p:txBody>
      </p:sp>
      <p:sp>
        <p:nvSpPr>
          <p:cNvPr id="3" name="Full-height editable code panel">
            <a:extLst>
              <a:ext uri="{FF2B5EF4-FFF2-40B4-BE49-F238E27FC236}">
                <a16:creationId xmlns:a16="http://schemas.microsoft.com/office/drawing/2014/main" id="{86D89F64-4817-497B-B1C0-162E96E81416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0212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ditable ASE source code">
            <a:extLst>
              <a:ext uri="{FF2B5EF4-FFF2-40B4-BE49-F238E27FC236}">
                <a16:creationId xmlns:a16="http://schemas.microsoft.com/office/drawing/2014/main" id="{A24FB96B-CC48-4B00-B5A1-9F4A2D814FA6}"/>
              </a:ext>
            </a:extLst>
          </p:cNvPr>
          <p:cNvSpPr>
            <a:spLocks noGrp="1"/>
          </p:cNvSpPr>
          <p:nvPr/>
        </p:nvSpPr>
        <p:spPr>
          <a:xfrm>
            <a:off x="6438900" y="590550"/>
            <a:ext cx="5581650" cy="5429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E8EAED"/>
                </a:solidFill>
                <a:latin typeface="Consolas"/>
              </a:rPr>
              <a:t>atoms = </a:t>
            </a:r>
            <a:r>
              <a:rPr sz="1700">
                <a:solidFill>
                  <a:srgbClr val="C678DD"/>
                </a:solidFill>
                <a:latin typeface="Consolas"/>
              </a:rPr>
              <a:t>Atoms</a:t>
            </a:r>
            <a:r>
              <a:rPr sz="1700">
                <a:solidFill>
                  <a:srgbClr val="E8EAED"/>
                </a:solidFill>
                <a:latin typeface="Consolas"/>
              </a:rPr>
              <a:t>(</a:t>
            </a:r>
            <a:r>
              <a:rPr sz="1700">
                <a:solidFill>
                  <a:srgbClr val="A5D6A7"/>
                </a:solidFill>
                <a:latin typeface="Consolas"/>
              </a:rPr>
              <a:t>'Ar'</a:t>
            </a:r>
            <a:r>
              <a:rPr sz="1700">
                <a:solidFill>
                  <a:srgbClr val="E8EAED"/>
                </a:solidFill>
                <a:latin typeface="Consolas"/>
              </a:rPr>
              <a:t> * num_atoms,</a:t>
            </a:r>
          </a:p>
          <a:p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E8EAED"/>
                </a:solidFill>
                <a:latin typeface="Consolas"/>
              </a:rPr>
              <a:t>              positions=equilibrated_coords)</a:t>
            </a:r>
          </a:p>
          <a:p>
            <a:pPr marL="0" indent="0">
              <a:spcAft>
                <a:spcPts val="600"/>
              </a:spcAft>
              <a:buNone/>
            </a:pPr>
            <a:endParaRPr sz="1700">
              <a:solidFill>
                <a:srgbClr val="E8EAED"/>
              </a:solidFill>
              <a:latin typeface="Consolas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E8EAED"/>
                </a:solidFill>
                <a:latin typeface="Consolas"/>
              </a:rPr>
              <a:t>atoms.set_cell([box_length_real] * </a:t>
            </a:r>
            <a:r>
              <a:rPr sz="1700">
                <a:solidFill>
                  <a:srgbClr val="D19A66"/>
                </a:solidFill>
                <a:latin typeface="Consolas"/>
              </a:rPr>
              <a:t>3</a:t>
            </a:r>
            <a:r>
              <a:rPr sz="1700">
                <a:solidFill>
                  <a:srgbClr val="E8EAED"/>
                </a:solidFill>
                <a:latin typeface="Consolas"/>
              </a:rPr>
              <a:t>)</a:t>
            </a:r>
          </a:p>
          <a:p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E8EAED"/>
                </a:solidFill>
                <a:latin typeface="Consolas"/>
              </a:rPr>
              <a:t>atoms.set_pbc(</a:t>
            </a:r>
            <a:r>
              <a:rPr sz="1700">
                <a:solidFill>
                  <a:srgbClr val="C678DD"/>
                </a:solidFill>
                <a:latin typeface="Consolas"/>
              </a:rPr>
              <a:t>True</a:t>
            </a:r>
            <a:r>
              <a:rPr sz="1700">
                <a:solidFill>
                  <a:srgbClr val="E8EAED"/>
                </a:solidFill>
                <a:latin typeface="Consolas"/>
              </a:rPr>
              <a:t>)</a:t>
            </a:r>
          </a:p>
          <a:p>
            <a:pPr marL="0" indent="0">
              <a:spcAft>
                <a:spcPts val="600"/>
              </a:spcAft>
              <a:buNone/>
            </a:pPr>
            <a:endParaRPr sz="1700">
              <a:solidFill>
                <a:srgbClr val="E8EAED"/>
              </a:solidFill>
              <a:latin typeface="Consolas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E8EAED"/>
                </a:solidFill>
                <a:latin typeface="Consolas"/>
              </a:rPr>
              <a:t>lj_calculator = </a:t>
            </a:r>
            <a:r>
              <a:rPr sz="1700">
                <a:solidFill>
                  <a:srgbClr val="C678DD"/>
                </a:solidFill>
                <a:latin typeface="Consolas"/>
              </a:rPr>
              <a:t>LennardJones</a:t>
            </a:r>
            <a:r>
              <a:rPr sz="1700">
                <a:solidFill>
                  <a:srgbClr val="E8EAED"/>
                </a:solidFill>
                <a:latin typeface="Consolas"/>
              </a:rPr>
              <a:t>(</a:t>
            </a:r>
          </a:p>
          <a:p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E8EAED"/>
                </a:solidFill>
                <a:latin typeface="Consolas"/>
              </a:rPr>
              <a:t>    epsilon=epsilon_eV, sigma=sigma,</a:t>
            </a:r>
          </a:p>
          <a:p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E8EAED"/>
                </a:solidFill>
                <a:latin typeface="Consolas"/>
              </a:rPr>
              <a:t>    rc=</a:t>
            </a:r>
            <a:r>
              <a:rPr sz="1700">
                <a:solidFill>
                  <a:srgbClr val="D19A66"/>
                </a:solidFill>
                <a:latin typeface="Consolas"/>
              </a:rPr>
              <a:t>3</a:t>
            </a:r>
            <a:r>
              <a:rPr sz="1700">
                <a:solidFill>
                  <a:srgbClr val="E8EAED"/>
                </a:solidFill>
                <a:latin typeface="Consolas"/>
              </a:rPr>
              <a:t>*sigma)</a:t>
            </a:r>
          </a:p>
          <a:p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E8EAED"/>
                </a:solidFill>
                <a:latin typeface="Consolas"/>
              </a:rPr>
              <a:t>atoms.calc = lj_calculator</a:t>
            </a:r>
          </a:p>
          <a:p>
            <a:pPr marL="0" indent="0">
              <a:spcAft>
                <a:spcPts val="600"/>
              </a:spcAft>
              <a:buNone/>
            </a:pPr>
            <a:endParaRPr sz="1700">
              <a:solidFill>
                <a:srgbClr val="E8EAED"/>
              </a:solidFill>
              <a:latin typeface="Consolas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E8EAED"/>
                </a:solidFill>
                <a:latin typeface="Consolas"/>
              </a:rPr>
              <a:t>dyn_prod = </a:t>
            </a:r>
            <a:r>
              <a:rPr sz="1700">
                <a:solidFill>
                  <a:srgbClr val="C678DD"/>
                </a:solidFill>
                <a:latin typeface="Consolas"/>
              </a:rPr>
              <a:t>VelocityVerlet</a:t>
            </a:r>
            <a:r>
              <a:rPr sz="1700">
                <a:solidFill>
                  <a:srgbClr val="E8EAED"/>
                </a:solidFill>
                <a:latin typeface="Consolas"/>
              </a:rPr>
              <a:t>(</a:t>
            </a:r>
          </a:p>
          <a:p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E8EAED"/>
                </a:solidFill>
                <a:latin typeface="Consolas"/>
              </a:rPr>
              <a:t>    atoms, timestep)</a:t>
            </a:r>
          </a:p>
        </p:txBody>
      </p:sp>
    </p:spTree>
    <p:extLst>
      <p:ext uri="{BB962C8B-B14F-4D97-AF65-F5344CB8AC3E}">
        <p14:creationId xmlns:p14="http://schemas.microsoft.com/office/powerpoint/2010/main" val="1454063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F6E5-3E79-414B-962A-8F3BB0C057F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4200"/>
            </a:lvl1pPr>
          </a:lstStyle>
          <a:p>
            <a:r>
              <a:t>NVE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spcAft>
                <a:spcPts val="700"/>
              </a:spcAft>
              <a:buNone/>
            </a:pPr>
            <a:r>
              <a:rPr b="1"/>
              <a:t>Constant N, V, and E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Particle count, volume, and total energy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Assign velocities using the target temperature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4 fs timestep; 1,250 steps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Save a frame every 25 steps</a:t>
            </a:r>
          </a:p>
          <a:p>
            <a:pPr marL="0" indent="0" algn="l">
              <a:spcAft>
                <a:spcPts val="700"/>
              </a:spcAft>
              <a:buNone/>
            </a:pPr>
            <a:r>
              <a:t>How much physical time?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 algn="l">
              <a:spcAft>
                <a:spcPts val="700"/>
              </a:spcAft>
              <a:buNone/>
            </a:pPr>
            <a:r>
              <a:rPr b="1"/>
              <a:t>Energy exchange (eV)</a:t>
            </a:r>
          </a:p>
          <a:p>
            <a:pPr marL="0" indent="0" algn="l">
              <a:spcAft>
                <a:spcPts val="700"/>
              </a:spcAft>
              <a:buNone/>
            </a:pPr>
            <a:r>
              <a:t>Temperature can fluctuate in NVE.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0" y="3383280"/>
          <a:ext cx="47548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3262"/>
                          </a:solidFill>
                          <a:latin typeface="FreightSans Pro Medium"/>
                        </a:defRPr>
                      </a:pPr>
                      <a:r>
                        <a:t>Time / 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3262"/>
                          </a:solidFill>
                          <a:latin typeface="FreightSans Pro Medium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3262"/>
                          </a:solidFill>
                          <a:latin typeface="FreightSans Pro Medium"/>
                        </a:defRPr>
                      </a:pPr>
                      <a:r>
                        <a:t>Potential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3262"/>
                          </a:solidFill>
                          <a:latin typeface="FreightSans Pro Medium"/>
                        </a:defRPr>
                      </a:pPr>
                      <a:r>
                        <a:t>Kinetic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FreightSans Pro Medium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FreightSans Pro Medium"/>
                        </a:defRPr>
                      </a:pPr>
                      <a:r>
                        <a:t>−13.060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FreightSans Pro Medium"/>
                        </a:defRPr>
                      </a:pPr>
                      <a:r>
                        <a:t>−17.671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FreightSans Pro Medium"/>
                        </a:defRPr>
                      </a:pPr>
                      <a:r>
                        <a:t>4.612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FreightSans Pro Medium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FreightSans Pro Medium"/>
                        </a:defRPr>
                      </a:pPr>
                      <a:r>
                        <a:t>−13.060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FreightSans Pro Medium"/>
                        </a:defRPr>
                      </a:pPr>
                      <a:r>
                        <a:t>−17.599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FreightSans Pro Medium"/>
                        </a:defRPr>
                      </a:pPr>
                      <a:r>
                        <a:t>4.539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174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22C65B0-F630-492A-A73F-F6769A42E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 algn="l">
              <a:buNone/>
              <a:defRPr sz="5000" b="1">
                <a:solidFill>
                  <a:srgbClr val="C28220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/>
            <a:r>
              <a:rPr lang="en-US" dirty="0"/>
              <a:t>Measurements: </a:t>
            </a:r>
            <a:r>
              <a:rPr dirty="0"/>
              <a:t>Structure and motion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F2D62DC-8AF5-4234-8869-EF7F40FAE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RDF describes arrangement. MSD describes motion.</a:t>
            </a:r>
          </a:p>
        </p:txBody>
      </p:sp>
    </p:spTree>
    <p:extLst>
      <p:ext uri="{BB962C8B-B14F-4D97-AF65-F5344CB8AC3E}">
        <p14:creationId xmlns:p14="http://schemas.microsoft.com/office/powerpoint/2010/main" val="1558812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91E3F5-6430-4092-8C65-E5B853766EA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>
              <a:buNone/>
              <a:defRPr sz="4200"/>
            </a:lvl1pPr>
          </a:lstStyle>
          <a:p>
            <a:r>
              <a:t>Radial distribution function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125CD8C-3708-4727-9AA0-E0554B290B2B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>
            <a:lvl1pPr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2000">
                <a:solidFill>
                  <a:schemeClr val="tx1"/>
                </a:solidFill>
              </a:defRPr>
            </a:lvl2pPr>
            <a:lvl3pPr>
              <a:buNone/>
              <a:defRPr sz="1800">
                <a:solidFill>
                  <a:schemeClr val="tx1"/>
                </a:solidFill>
              </a:defRPr>
            </a:lvl3pPr>
            <a:lvl4pPr>
              <a:buNone/>
              <a:defRPr sz="1600">
                <a:solidFill>
                  <a:schemeClr val="tx1"/>
                </a:solidFill>
              </a:defRPr>
            </a:lvl4pPr>
            <a:lvl5pPr>
              <a:buNone/>
              <a:defRPr sz="1400">
                <a:solidFill>
                  <a:schemeClr val="tx1"/>
                </a:solidFill>
              </a:defRPr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marL="0" indent="0">
              <a:spcAft>
                <a:spcPts val="700"/>
              </a:spcAft>
              <a:buNone/>
            </a:pPr>
            <a:r>
              <a:rPr b="1"/>
              <a:t>A reminder from our previous lab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t>g(r) compares local and average particle density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t>Peaks show preferred distances</a:t>
            </a:r>
          </a:p>
          <a:p>
            <a:pPr marL="0" indent="0">
              <a:spcAft>
                <a:spcPts val="700"/>
              </a:spcAft>
              <a:buNone/>
            </a:pPr>
            <a:r>
              <a:rPr b="1"/>
              <a:t>Our MD result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t>The distance axis uses nm</a:t>
            </a:r>
          </a:p>
          <a:p>
            <a:pPr marL="279400" indent="-152400">
              <a:spcAft>
                <a:spcPts val="700"/>
              </a:spcAft>
              <a:buChar char="•"/>
            </a:pPr>
            <a:r>
              <a:t>How might temperature or density change g(r)?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FBD0EB-1EF7-4050-BCD8-57E0E4A11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74835" y="978307"/>
            <a:ext cx="6417165" cy="490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59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9CC4A-CA03-5293-D6E0-DBF08263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the diffusion coefficient?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DC678-26A0-0B17-BBFC-556845D8B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000"/>
              </a:spcAft>
            </a:pPr>
            <a:r>
              <a:rPr lang="en-US"/>
              <a:t>Particles in a fluid continually move. Over time, their positions spread away from where they started.</a:t>
            </a:r>
          </a:p>
          <a:p>
            <a:pPr marL="0" indent="0">
              <a:spcAft>
                <a:spcPts val="1000"/>
              </a:spcAft>
            </a:pPr>
            <a:r>
              <a:rPr lang="en-US"/>
              <a:t>The self-diffusion coefficient, D, quantifies this spreading due to random molecular motion.</a:t>
            </a:r>
          </a:p>
          <a:p>
            <a:pPr marL="0" indent="0">
              <a:spcAft>
                <a:spcPts val="1000"/>
              </a:spcAft>
            </a:pPr>
            <a:r>
              <a:rPr lang="en-US"/>
              <a:t>A larger D means a larger typical displacement over the same elapsed time.</a:t>
            </a:r>
          </a:p>
          <a:p>
            <a:pPr marL="0" indent="0">
              <a:spcAft>
                <a:spcPts val="1000"/>
              </a:spcAft>
            </a:pPr>
            <a:r>
              <a:rPr lang="en-US"/>
              <a:t>Units are length squared per time. This lab reports D in Å²/ps.</a:t>
            </a:r>
          </a:p>
          <a:p>
            <a:pPr marL="0" indent="0">
              <a:spcAft>
                <a:spcPts val="1000"/>
              </a:spcAft>
            </a:pPr>
            <a:r>
              <a:rPr lang="en-US"/>
              <a:t>MD provides the physical time needed to measure diffusion.</a:t>
            </a:r>
          </a:p>
        </p:txBody>
      </p:sp>
    </p:spTree>
    <p:extLst>
      <p:ext uri="{BB962C8B-B14F-4D97-AF65-F5344CB8AC3E}">
        <p14:creationId xmlns:p14="http://schemas.microsoft.com/office/powerpoint/2010/main" val="3670565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91E3F5-6430-4092-8C65-E5B853766EA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>
              <a:buNone/>
              <a:defRPr sz="4200"/>
            </a:lvl1pPr>
          </a:lstStyle>
          <a:p>
            <a:r>
              <a:t>Diffusion from MSD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9125CD8C-3708-4727-9AA0-E0554B290B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>
                  <a:buNone/>
                  <a:defRPr sz="2200">
                    <a:solidFill>
                      <a:schemeClr val="tx1"/>
                    </a:solidFill>
                  </a:defRPr>
                </a:lvl1pPr>
                <a:lvl2pPr>
                  <a:buNone/>
                  <a:defRPr sz="2000">
                    <a:solidFill>
                      <a:schemeClr val="tx1"/>
                    </a:solidFill>
                  </a:defRPr>
                </a:lvl2pPr>
                <a:lvl3pPr>
                  <a:buNone/>
                  <a:defRPr sz="1800">
                    <a:solidFill>
                      <a:schemeClr val="tx1"/>
                    </a:solidFill>
                  </a:defRPr>
                </a:lvl3pPr>
                <a:lvl4pPr>
                  <a:buNone/>
                  <a:defRPr sz="1600">
                    <a:solidFill>
                      <a:schemeClr val="tx1"/>
                    </a:solidFill>
                  </a:defRPr>
                </a:lvl4pPr>
                <a:lvl5pPr>
                  <a:buNone/>
                  <a:defRPr sz="1400">
                    <a:solidFill>
                      <a:schemeClr val="tx1"/>
                    </a:solidFill>
                  </a:defRPr>
                </a:lvl5pPr>
                <a:lvl6pPr>
                  <a:buNone/>
                  <a:defRPr sz="1800"/>
                </a:lvl6pPr>
                <a:lvl7pPr>
                  <a:buNone/>
                  <a:defRPr sz="1800"/>
                </a:lvl7pPr>
                <a:lvl8pPr>
                  <a:buNone/>
                  <a:defRPr sz="1800"/>
                </a:lvl8pPr>
                <a:lvl9pPr>
                  <a:buNone/>
                  <a:defRPr sz="1800"/>
                </a:lvl9pPr>
              </a:lstStyle>
              <a:p>
                <a:pPr marL="0" indent="0" algn="l">
                  <a:spcAft>
                    <a:spcPts val="700"/>
                  </a:spcAft>
                  <a:buNone/>
                </a:pPr>
                <a:r>
                  <a:rPr b="1" dirty="0"/>
                  <a:t>Mean squared displacement</a:t>
                </a:r>
              </a:p>
              <a:p>
                <a:pPr marL="0" indent="0" algn="l">
                  <a:spcAft>
                    <a:spcPts val="700"/>
                  </a:spcAft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MSD</m:t>
                      </m:r>
                      <m:d>
                        <m:d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⟨"/>
                          <m:endChr m:val="⟩"/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sz="22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sz="2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sz="2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sz="2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sz="2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sz="220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 − 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sz="2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sz="2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sz="2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sz="220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sz="22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b="1" dirty="0"/>
              </a:p>
              <a:p>
                <a:pPr marL="279400" indent="-152400" algn="l">
                  <a:spcAft>
                    <a:spcPts val="700"/>
                  </a:spcAft>
                  <a:buChar char="•"/>
                </a:pPr>
                <a:r>
                  <a:rPr dirty="0"/>
                  <a:t>Measures displacement over time</a:t>
                </a:r>
              </a:p>
              <a:p>
                <a:pPr marL="0" indent="0" algn="l">
                  <a:spcAft>
                    <a:spcPts val="700"/>
                  </a:spcAft>
                  <a:buNone/>
                </a:pPr>
                <a:r>
                  <a:rPr b="1" dirty="0"/>
                  <a:t>Diffusion in three dimensions</a:t>
                </a:r>
              </a:p>
              <a:p>
                <a:pPr marL="0" indent="0" algn="l">
                  <a:spcAft>
                    <a:spcPts val="700"/>
                  </a:spcAft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𝐷</m:t>
                      </m:r>
                      <m:r>
                        <a:rPr sz="2200">
                          <a:solidFill>
                            <a:srgbClr val="000000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slope</m:t>
                          </m:r>
                        </m:num>
                        <m:den>
                          <m:r>
                            <a:rPr sz="22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b="1" dirty="0"/>
              </a:p>
              <a:p>
                <a:pPr marL="279400" indent="-152400" algn="l">
                  <a:spcAft>
                    <a:spcPts val="700"/>
                  </a:spcAft>
                  <a:buChar char="•"/>
                </a:pPr>
                <a:r>
                  <a:rPr dirty="0"/>
                  <a:t>Fit the final 20% of points</a:t>
                </a:r>
              </a:p>
              <a:p>
                <a:pPr marL="279400" indent="-152400" algn="l">
                  <a:spcAft>
                    <a:spcPts val="700"/>
                  </a:spcAft>
                  <a:buChar char="•"/>
                </a:pPr>
                <a:r>
                  <a:rPr dirty="0"/>
                  <a:t>Is the fitted region linear?</a:t>
                </a: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9125CD8C-3708-4727-9AA0-E0554B290B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1599" t="-2055" r="-2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41B1566-08E5-480E-A999-09255EC67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74835" y="956996"/>
            <a:ext cx="6417165" cy="494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30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F6E5-3E79-414B-962A-8F3BB0C057F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4200"/>
            </a:lvl1pPr>
          </a:lstStyle>
          <a:p>
            <a:r>
              <a:rPr lang="en-US" dirty="0"/>
              <a:t>In this lab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spcAft>
                <a:spcPts val="700"/>
              </a:spcAft>
              <a:buNone/>
            </a:pPr>
            <a:r>
              <a:rPr b="1"/>
              <a:t>Structure and motion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Change density or temperature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Compare RDF and diffusion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At low density, reassess equilibration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Explain differences using evidence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 algn="l">
              <a:spcAft>
                <a:spcPts val="700"/>
              </a:spcAft>
              <a:buNone/>
            </a:pPr>
            <a:r>
              <a:rPr b="1"/>
              <a:t>Programming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Explore ASE classes and source code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Identify methods and attributes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Examine inheritance and modularity</a:t>
            </a:r>
          </a:p>
          <a:p>
            <a:pPr marL="279400" indent="-152400" algn="l">
              <a:spcAft>
                <a:spcPts val="700"/>
              </a:spcAft>
              <a:buChar char="•"/>
            </a:pPr>
            <a:r>
              <a:t>Connect objects to course concepts</a:t>
            </a:r>
          </a:p>
        </p:txBody>
      </p:sp>
    </p:spTree>
    <p:extLst>
      <p:ext uri="{BB962C8B-B14F-4D97-AF65-F5344CB8AC3E}">
        <p14:creationId xmlns:p14="http://schemas.microsoft.com/office/powerpoint/2010/main" val="2087087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1"/>
</p:tagLst>
</file>

<file path=ppt/theme/theme1.xml><?xml version="1.0" encoding="utf-8"?>
<a:theme xmlns:a="http://schemas.openxmlformats.org/drawingml/2006/main" name="Berkeley-MSSE">
  <a:themeElements>
    <a:clrScheme name="Custom 1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erkeley fonts">
      <a:majorFont>
        <a:latin typeface="Source Serif 4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erkeley-MSSE" id="{DC8C0428-C84C-41CF-B054-43565C740606}" vid="{C8DDFE47-2FEC-4639-A674-821790E631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22197</TotalTime>
  <Words>835</Words>
  <Application>Microsoft Office PowerPoint</Application>
  <PresentationFormat>Widescreen</PresentationFormat>
  <Paragraphs>136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Cambria Math</vt:lpstr>
      <vt:lpstr>Consolas</vt:lpstr>
      <vt:lpstr>FreightSans Pro Medium</vt:lpstr>
      <vt:lpstr>Inter</vt:lpstr>
      <vt:lpstr>Lucida Grande Regular</vt:lpstr>
      <vt:lpstr>Source Serif 4</vt:lpstr>
      <vt:lpstr>Berkeley-MSSE</vt:lpstr>
      <vt:lpstr>Molecular Dynamics of a Fluid</vt:lpstr>
      <vt:lpstr>Our lab question</vt:lpstr>
      <vt:lpstr>Monte Carlo and molecular dynamics</vt:lpstr>
      <vt:lpstr>Molecular Dynamics</vt:lpstr>
      <vt:lpstr>Molecular dynamics</vt:lpstr>
      <vt:lpstr>Forces and acceleration</vt:lpstr>
      <vt:lpstr>Updating positions through time</vt:lpstr>
      <vt:lpstr>Simulation workflow</vt:lpstr>
      <vt:lpstr>Equilibration: the expected pattern</vt:lpstr>
      <vt:lpstr>A reminder about units</vt:lpstr>
      <vt:lpstr>ASE objects</vt:lpstr>
      <vt:lpstr>NVE production</vt:lpstr>
      <vt:lpstr>Measurements: Structure and motion</vt:lpstr>
      <vt:lpstr>Radial distribution function</vt:lpstr>
      <vt:lpstr>What is the diffusion coefficient?</vt:lpstr>
      <vt:lpstr>Diffusion from MSD</vt:lpstr>
      <vt:lpstr>In this 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Getters and Setters</dc:title>
  <dc:creator>Nash, Jessica</dc:creator>
  <cp:lastModifiedBy>Jessica Nash</cp:lastModifiedBy>
  <cp:revision>60</cp:revision>
  <dcterms:created xsi:type="dcterms:W3CDTF">2021-06-21T18:56:36Z</dcterms:created>
  <dcterms:modified xsi:type="dcterms:W3CDTF">2026-10-16T01:49:26Z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E3993A2F-7A32-4D5D-8109-C84502C343A8</vt:lpwstr>
  </property>
  <property fmtid="{D5CDD505-2E9C-101B-9397-08002B2CF9AE}" pid="3" name="ArticulatePath">
    <vt:lpwstr>powerpointDeck_template</vt:lpwstr>
  </property>
</Properties>
</file>